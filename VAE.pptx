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1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5D02FC-CDBE-406C-8832-241861A06D5D}" v="44" dt="2021-04-26T04:22:42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8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285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 Chiwon" userId="51e1066ea88a237c" providerId="LiveId" clId="{FE5D02FC-CDBE-406C-8832-241861A06D5D}"/>
    <pc:docChg chg="undo custSel addSld delSld modSld sldOrd modMainMaster">
      <pc:chgData name="Song Chiwon" userId="51e1066ea88a237c" providerId="LiveId" clId="{FE5D02FC-CDBE-406C-8832-241861A06D5D}" dt="2021-04-26T04:23:33.004" v="199" actId="20577"/>
      <pc:docMkLst>
        <pc:docMk/>
      </pc:docMkLst>
      <pc:sldChg chg="del">
        <pc:chgData name="Song Chiwon" userId="51e1066ea88a237c" providerId="LiveId" clId="{FE5D02FC-CDBE-406C-8832-241861A06D5D}" dt="2021-04-19T14:24:20.907" v="63" actId="47"/>
        <pc:sldMkLst>
          <pc:docMk/>
          <pc:sldMk cId="1016322027" sldId="265"/>
        </pc:sldMkLst>
      </pc:sldChg>
      <pc:sldChg chg="del">
        <pc:chgData name="Song Chiwon" userId="51e1066ea88a237c" providerId="LiveId" clId="{FE5D02FC-CDBE-406C-8832-241861A06D5D}" dt="2021-04-19T14:24:22.089" v="64" actId="47"/>
        <pc:sldMkLst>
          <pc:docMk/>
          <pc:sldMk cId="1776803478" sldId="266"/>
        </pc:sldMkLst>
      </pc:sldChg>
      <pc:sldChg chg="del">
        <pc:chgData name="Song Chiwon" userId="51e1066ea88a237c" providerId="LiveId" clId="{FE5D02FC-CDBE-406C-8832-241861A06D5D}" dt="2021-04-19T14:24:26.076" v="65" actId="47"/>
        <pc:sldMkLst>
          <pc:docMk/>
          <pc:sldMk cId="4213459326" sldId="267"/>
        </pc:sldMkLst>
      </pc:sldChg>
      <pc:sldChg chg="del">
        <pc:chgData name="Song Chiwon" userId="51e1066ea88a237c" providerId="LiveId" clId="{FE5D02FC-CDBE-406C-8832-241861A06D5D}" dt="2021-04-19T14:24:27.246" v="66" actId="47"/>
        <pc:sldMkLst>
          <pc:docMk/>
          <pc:sldMk cId="1917910854" sldId="268"/>
        </pc:sldMkLst>
      </pc:sldChg>
      <pc:sldChg chg="addSp delSp modSp del mod">
        <pc:chgData name="Song Chiwon" userId="51e1066ea88a237c" providerId="LiveId" clId="{FE5D02FC-CDBE-406C-8832-241861A06D5D}" dt="2021-04-19T14:26:08.576" v="85" actId="47"/>
        <pc:sldMkLst>
          <pc:docMk/>
          <pc:sldMk cId="3176078993" sldId="270"/>
        </pc:sldMkLst>
        <pc:spChg chg="mod">
          <ac:chgData name="Song Chiwon" userId="51e1066ea88a237c" providerId="LiveId" clId="{FE5D02FC-CDBE-406C-8832-241861A06D5D}" dt="2021-04-19T14:26:06.096" v="84" actId="6549"/>
          <ac:spMkLst>
            <pc:docMk/>
            <pc:sldMk cId="3176078993" sldId="270"/>
            <ac:spMk id="8" creationId="{DC9FAA4F-AB01-4DB5-8225-A8B845DBEEC6}"/>
          </ac:spMkLst>
        </pc:spChg>
        <pc:spChg chg="mod">
          <ac:chgData name="Song Chiwon" userId="51e1066ea88a237c" providerId="LiveId" clId="{FE5D02FC-CDBE-406C-8832-241861A06D5D}" dt="2021-04-19T14:23:12.962" v="16" actId="121"/>
          <ac:spMkLst>
            <pc:docMk/>
            <pc:sldMk cId="3176078993" sldId="270"/>
            <ac:spMk id="9" creationId="{A9E49617-0FD6-4D77-83AC-4AF5FF420EB4}"/>
          </ac:spMkLst>
        </pc:spChg>
        <pc:graphicFrameChg chg="del">
          <ac:chgData name="Song Chiwon" userId="51e1066ea88a237c" providerId="LiveId" clId="{FE5D02FC-CDBE-406C-8832-241861A06D5D}" dt="2021-04-19T14:19:25.465" v="0" actId="478"/>
          <ac:graphicFrameMkLst>
            <pc:docMk/>
            <pc:sldMk cId="3176078993" sldId="270"/>
            <ac:graphicFrameMk id="10" creationId="{5FE763FC-1BC0-42B0-9A65-C49C32A71608}"/>
          </ac:graphicFrameMkLst>
        </pc:graphicFrameChg>
        <pc:graphicFrameChg chg="add del mod">
          <ac:chgData name="Song Chiwon" userId="51e1066ea88a237c" providerId="LiveId" clId="{FE5D02FC-CDBE-406C-8832-241861A06D5D}" dt="2021-04-19T14:21:57.464" v="3" actId="478"/>
          <ac:graphicFrameMkLst>
            <pc:docMk/>
            <pc:sldMk cId="3176078993" sldId="270"/>
            <ac:graphicFrameMk id="11" creationId="{B0513595-BF2D-45AE-8125-E808D77CE12D}"/>
          </ac:graphicFrameMkLst>
        </pc:graphicFrameChg>
        <pc:graphicFrameChg chg="add del mod">
          <ac:chgData name="Song Chiwon" userId="51e1066ea88a237c" providerId="LiveId" clId="{FE5D02FC-CDBE-406C-8832-241861A06D5D}" dt="2021-04-19T14:22:33.672" v="6" actId="478"/>
          <ac:graphicFrameMkLst>
            <pc:docMk/>
            <pc:sldMk cId="3176078993" sldId="270"/>
            <ac:graphicFrameMk id="12" creationId="{044F21A0-7000-4086-9E53-F59B43A81E62}"/>
          </ac:graphicFrameMkLst>
        </pc:graphicFrameChg>
        <pc:picChg chg="add mod">
          <ac:chgData name="Song Chiwon" userId="51e1066ea88a237c" providerId="LiveId" clId="{FE5D02FC-CDBE-406C-8832-241861A06D5D}" dt="2021-04-19T14:22:59.863" v="15" actId="1035"/>
          <ac:picMkLst>
            <pc:docMk/>
            <pc:sldMk cId="3176078993" sldId="270"/>
            <ac:picMk id="14" creationId="{BCE1E349-C41C-4F0A-A251-EDA90AD5B228}"/>
          </ac:picMkLst>
        </pc:picChg>
      </pc:sldChg>
      <pc:sldChg chg="modSp mod">
        <pc:chgData name="Song Chiwon" userId="51e1066ea88a237c" providerId="LiveId" clId="{FE5D02FC-CDBE-406C-8832-241861A06D5D}" dt="2021-04-26T04:23:33.004" v="199" actId="20577"/>
        <pc:sldMkLst>
          <pc:docMk/>
          <pc:sldMk cId="1140916044" sldId="271"/>
        </pc:sldMkLst>
        <pc:spChg chg="mod">
          <ac:chgData name="Song Chiwon" userId="51e1066ea88a237c" providerId="LiveId" clId="{FE5D02FC-CDBE-406C-8832-241861A06D5D}" dt="2021-04-26T04:23:33.004" v="199" actId="20577"/>
          <ac:spMkLst>
            <pc:docMk/>
            <pc:sldMk cId="1140916044" sldId="271"/>
            <ac:spMk id="5" creationId="{7E8A639D-9DC4-4293-B6B6-F942C87376A9}"/>
          </ac:spMkLst>
        </pc:spChg>
      </pc:sldChg>
      <pc:sldChg chg="modSp mod">
        <pc:chgData name="Song Chiwon" userId="51e1066ea88a237c" providerId="LiveId" clId="{FE5D02FC-CDBE-406C-8832-241861A06D5D}" dt="2021-04-26T04:22:30.486" v="181" actId="2710"/>
        <pc:sldMkLst>
          <pc:docMk/>
          <pc:sldMk cId="2610153537" sldId="272"/>
        </pc:sldMkLst>
        <pc:spChg chg="mod">
          <ac:chgData name="Song Chiwon" userId="51e1066ea88a237c" providerId="LiveId" clId="{FE5D02FC-CDBE-406C-8832-241861A06D5D}" dt="2021-04-26T04:22:30.486" v="181" actId="2710"/>
          <ac:spMkLst>
            <pc:docMk/>
            <pc:sldMk cId="2610153537" sldId="272"/>
            <ac:spMk id="3" creationId="{CE21703A-855A-4ED8-BC57-11DAEA039F47}"/>
          </ac:spMkLst>
        </pc:spChg>
        <pc:picChg chg="mod">
          <ac:chgData name="Song Chiwon" userId="51e1066ea88a237c" providerId="LiveId" clId="{FE5D02FC-CDBE-406C-8832-241861A06D5D}" dt="2021-04-19T14:26:48.938" v="113" actId="1076"/>
          <ac:picMkLst>
            <pc:docMk/>
            <pc:sldMk cId="2610153537" sldId="272"/>
            <ac:picMk id="7" creationId="{91E543CD-04A9-49D7-A202-F9987A533C52}"/>
          </ac:picMkLst>
        </pc:picChg>
        <pc:picChg chg="mod">
          <ac:chgData name="Song Chiwon" userId="51e1066ea88a237c" providerId="LiveId" clId="{FE5D02FC-CDBE-406C-8832-241861A06D5D}" dt="2021-04-19T14:26:45.911" v="112" actId="1076"/>
          <ac:picMkLst>
            <pc:docMk/>
            <pc:sldMk cId="2610153537" sldId="272"/>
            <ac:picMk id="14" creationId="{5A064D84-F460-4D20-B34D-A9874081FDDB}"/>
          </ac:picMkLst>
        </pc:picChg>
      </pc:sldChg>
      <pc:sldChg chg="modSp mod">
        <pc:chgData name="Song Chiwon" userId="51e1066ea88a237c" providerId="LiveId" clId="{FE5D02FC-CDBE-406C-8832-241861A06D5D}" dt="2021-04-26T04:23:15.475" v="197" actId="20577"/>
        <pc:sldMkLst>
          <pc:docMk/>
          <pc:sldMk cId="3093592425" sldId="273"/>
        </pc:sldMkLst>
        <pc:spChg chg="mod">
          <ac:chgData name="Song Chiwon" userId="51e1066ea88a237c" providerId="LiveId" clId="{FE5D02FC-CDBE-406C-8832-241861A06D5D}" dt="2021-04-26T04:23:15.475" v="197" actId="20577"/>
          <ac:spMkLst>
            <pc:docMk/>
            <pc:sldMk cId="3093592425" sldId="273"/>
            <ac:spMk id="3" creationId="{E4AA45B9-E551-4BD4-8876-B8018EA427A5}"/>
          </ac:spMkLst>
        </pc:spChg>
      </pc:sldChg>
      <pc:sldChg chg="addSp delSp modSp new mod ord modClrScheme chgLayout">
        <pc:chgData name="Song Chiwon" userId="51e1066ea88a237c" providerId="LiveId" clId="{FE5D02FC-CDBE-406C-8832-241861A06D5D}" dt="2021-04-26T04:21:30.956" v="172" actId="6549"/>
        <pc:sldMkLst>
          <pc:docMk/>
          <pc:sldMk cId="1137559091" sldId="274"/>
        </pc:sldMkLst>
        <pc:spChg chg="del mod ord">
          <ac:chgData name="Song Chiwon" userId="51e1066ea88a237c" providerId="LiveId" clId="{FE5D02FC-CDBE-406C-8832-241861A06D5D}" dt="2021-04-19T14:26:14.023" v="87" actId="700"/>
          <ac:spMkLst>
            <pc:docMk/>
            <pc:sldMk cId="1137559091" sldId="274"/>
            <ac:spMk id="2" creationId="{8E209FA6-5DDF-4500-8218-4654DF439DDC}"/>
          </ac:spMkLst>
        </pc:spChg>
        <pc:spChg chg="del mod ord">
          <ac:chgData name="Song Chiwon" userId="51e1066ea88a237c" providerId="LiveId" clId="{FE5D02FC-CDBE-406C-8832-241861A06D5D}" dt="2021-04-19T14:26:14.023" v="87" actId="700"/>
          <ac:spMkLst>
            <pc:docMk/>
            <pc:sldMk cId="1137559091" sldId="274"/>
            <ac:spMk id="3" creationId="{462C8B23-04F8-49C4-B20C-962780831684}"/>
          </ac:spMkLst>
        </pc:spChg>
        <pc:spChg chg="add del mod ord">
          <ac:chgData name="Song Chiwon" userId="51e1066ea88a237c" providerId="LiveId" clId="{FE5D02FC-CDBE-406C-8832-241861A06D5D}" dt="2021-04-19T14:29:58.805" v="118" actId="21"/>
          <ac:spMkLst>
            <pc:docMk/>
            <pc:sldMk cId="1137559091" sldId="274"/>
            <ac:spMk id="4" creationId="{A50F2281-489D-4B0E-AD4E-EF1DF0ED1EE6}"/>
          </ac:spMkLst>
        </pc:spChg>
        <pc:spChg chg="add mod ord">
          <ac:chgData name="Song Chiwon" userId="51e1066ea88a237c" providerId="LiveId" clId="{FE5D02FC-CDBE-406C-8832-241861A06D5D}" dt="2021-04-26T04:21:30.956" v="172" actId="6549"/>
          <ac:spMkLst>
            <pc:docMk/>
            <pc:sldMk cId="1137559091" sldId="274"/>
            <ac:spMk id="5" creationId="{BACA6927-03F1-48D5-A171-29DF78BF51F8}"/>
          </ac:spMkLst>
        </pc:spChg>
        <pc:spChg chg="add mod">
          <ac:chgData name="Song Chiwon" userId="51e1066ea88a237c" providerId="LiveId" clId="{FE5D02FC-CDBE-406C-8832-241861A06D5D}" dt="2021-04-26T04:20:55.339" v="163" actId="121"/>
          <ac:spMkLst>
            <pc:docMk/>
            <pc:sldMk cId="1137559091" sldId="274"/>
            <ac:spMk id="7" creationId="{F9A4EE67-DA6D-4046-B6D5-E3E3D6F4DC7C}"/>
          </ac:spMkLst>
        </pc:spChg>
      </pc:sldChg>
      <pc:sldChg chg="del">
        <pc:chgData name="Song Chiwon" userId="51e1066ea88a237c" providerId="LiveId" clId="{FE5D02FC-CDBE-406C-8832-241861A06D5D}" dt="2021-04-19T14:23:45.735" v="62" actId="47"/>
        <pc:sldMkLst>
          <pc:docMk/>
          <pc:sldMk cId="893123158" sldId="275"/>
        </pc:sldMkLst>
      </pc:sldChg>
      <pc:sldMasterChg chg="modSldLayout">
        <pc:chgData name="Song Chiwon" userId="51e1066ea88a237c" providerId="LiveId" clId="{FE5D02FC-CDBE-406C-8832-241861A06D5D}" dt="2021-04-26T04:22:42.389" v="183" actId="2710"/>
        <pc:sldMasterMkLst>
          <pc:docMk/>
          <pc:sldMasterMk cId="238074008" sldId="2147483660"/>
        </pc:sldMasterMkLst>
        <pc:sldLayoutChg chg="modSp">
          <pc:chgData name="Song Chiwon" userId="51e1066ea88a237c" providerId="LiveId" clId="{FE5D02FC-CDBE-406C-8832-241861A06D5D}" dt="2021-04-26T04:22:42.389" v="183" actId="2710"/>
          <pc:sldLayoutMkLst>
            <pc:docMk/>
            <pc:sldMasterMk cId="238074008" sldId="2147483660"/>
            <pc:sldLayoutMk cId="3456241651" sldId="2147483662"/>
          </pc:sldLayoutMkLst>
          <pc:spChg chg="mod">
            <ac:chgData name="Song Chiwon" userId="51e1066ea88a237c" providerId="LiveId" clId="{FE5D02FC-CDBE-406C-8832-241861A06D5D}" dt="2021-04-26T04:22:42.389" v="183" actId="2710"/>
            <ac:spMkLst>
              <pc:docMk/>
              <pc:sldMasterMk cId="238074008" sldId="2147483660"/>
              <pc:sldLayoutMk cId="3456241651" sldId="2147483662"/>
              <ac:spMk id="2" creationId="{00000000-0000-0000-0000-000000000000}"/>
            </ac:spMkLst>
          </pc:spChg>
        </pc:sldLayoutChg>
        <pc:sldLayoutChg chg="addSp modSp mod">
          <pc:chgData name="Song Chiwon" userId="51e1066ea88a237c" providerId="LiveId" clId="{FE5D02FC-CDBE-406C-8832-241861A06D5D}" dt="2021-04-26T04:21:51.126" v="177" actId="14100"/>
          <pc:sldLayoutMkLst>
            <pc:docMk/>
            <pc:sldMasterMk cId="238074008" sldId="2147483660"/>
            <pc:sldLayoutMk cId="1243835564" sldId="2147483663"/>
          </pc:sldLayoutMkLst>
          <pc:spChg chg="mod">
            <ac:chgData name="Song Chiwon" userId="51e1066ea88a237c" providerId="LiveId" clId="{FE5D02FC-CDBE-406C-8832-241861A06D5D}" dt="2021-04-26T04:21:51.126" v="177" actId="14100"/>
            <ac:spMkLst>
              <pc:docMk/>
              <pc:sldMasterMk cId="238074008" sldId="2147483660"/>
              <pc:sldLayoutMk cId="1243835564" sldId="2147483663"/>
              <ac:spMk id="2" creationId="{00000000-0000-0000-0000-000000000000}"/>
            </ac:spMkLst>
          </pc:spChg>
          <pc:spChg chg="mod">
            <ac:chgData name="Song Chiwon" userId="51e1066ea88a237c" providerId="LiveId" clId="{FE5D02FC-CDBE-406C-8832-241861A06D5D}" dt="2021-04-26T04:21:49.091" v="176" actId="14100"/>
            <ac:spMkLst>
              <pc:docMk/>
              <pc:sldMasterMk cId="238074008" sldId="2147483660"/>
              <pc:sldLayoutMk cId="1243835564" sldId="2147483663"/>
              <ac:spMk id="3" creationId="{00000000-0000-0000-0000-000000000000}"/>
            </ac:spMkLst>
          </pc:spChg>
          <pc:picChg chg="add mod ord">
            <ac:chgData name="Song Chiwon" userId="51e1066ea88a237c" providerId="LiveId" clId="{FE5D02FC-CDBE-406C-8832-241861A06D5D}" dt="2021-04-19T14:25:10.093" v="71"/>
            <ac:picMkLst>
              <pc:docMk/>
              <pc:sldMasterMk cId="238074008" sldId="2147483660"/>
              <pc:sldLayoutMk cId="1243835564" sldId="2147483663"/>
              <ac:picMk id="7" creationId="{BC28A4F9-706D-41BB-890B-F3F07E4AAC48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55339-D5D6-406F-BD06-A6BBC04F9F52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BA4DC-BE22-4D84-B1CF-823F260CC2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838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8712B2-000F-4388-A448-5A6949581F42}" type="slidenum">
              <a:rPr lang="ko-KR" altLang="en-US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987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496236"/>
            <a:ext cx="6858000" cy="8332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6" descr="Cloud computing Microsoft Azure Amazon Web Services Platform as a service  On-premises software - Cloud Service Cliparts png download - 4961*2624 -  Free Transparent Cloud Computing png Download. - Clip Art Library">
            <a:extLst>
              <a:ext uri="{FF2B5EF4-FFF2-40B4-BE49-F238E27FC236}">
                <a16:creationId xmlns:a16="http://schemas.microsoft.com/office/drawing/2014/main" id="{949B4D68-A5F8-44DA-AA14-043F8DD217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741" y="1755209"/>
            <a:ext cx="3105928" cy="1462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982" y="2863867"/>
            <a:ext cx="5902036" cy="579803"/>
          </a:xfrm>
          <a:solidFill>
            <a:schemeClr val="bg1"/>
          </a:solidFill>
        </p:spPr>
        <p:txBody>
          <a:bodyPr anchor="b">
            <a:norm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0F7D2B02-F24F-4785-9299-2E431D9834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3"/>
          <a:stretch/>
        </p:blipFill>
        <p:spPr>
          <a:xfrm>
            <a:off x="1136957" y="4961866"/>
            <a:ext cx="6871452" cy="152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53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loud computing Microsoft Azure Amazon Web Services Platform as a service  On-premises software - Cloud Service Cliparts png download - 4961*2624 -  Free Transparent Cloud Computing png Download. - Clip Art Library">
            <a:extLst>
              <a:ext uri="{FF2B5EF4-FFF2-40B4-BE49-F238E27FC236}">
                <a16:creationId xmlns:a16="http://schemas.microsoft.com/office/drawing/2014/main" id="{98339120-6F3F-4641-89C3-5E380BBF351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82"/>
          <a:stretch/>
        </p:blipFill>
        <p:spPr bwMode="auto">
          <a:xfrm>
            <a:off x="301164" y="14104"/>
            <a:ext cx="2131444" cy="96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221" y="1114883"/>
            <a:ext cx="8101129" cy="5520617"/>
          </a:xfrm>
        </p:spPr>
        <p:txBody>
          <a:bodyPr>
            <a:normAutofit/>
          </a:bodyPr>
          <a:lstStyle>
            <a:lvl1pPr marL="216000" latinLnBrk="0">
              <a:lnSpc>
                <a:spcPct val="110000"/>
              </a:lnSpc>
              <a:defRPr sz="2000" baseline="0">
                <a:latin typeface="Arial" panose="020B0604020202020204" pitchFamily="34" charset="0"/>
                <a:ea typeface="맑은 고딕" panose="020B0503020000020004" pitchFamily="50" charset="-127"/>
              </a:defRPr>
            </a:lvl1pPr>
            <a:lvl2pPr marL="540000" latinLnBrk="0">
              <a:lnSpc>
                <a:spcPct val="110000"/>
              </a:lnSpc>
              <a:defRPr sz="1800" baseline="0">
                <a:latin typeface="Arial" panose="020B0604020202020204" pitchFamily="34" charset="0"/>
                <a:ea typeface="맑은 고딕" panose="020B0503020000020004" pitchFamily="50" charset="-127"/>
              </a:defRPr>
            </a:lvl2pPr>
            <a:lvl3pPr marL="900000" latinLnBrk="0">
              <a:lnSpc>
                <a:spcPct val="110000"/>
              </a:lnSpc>
              <a:defRPr sz="1600" baseline="0">
                <a:latin typeface="Arial" panose="020B0604020202020204" pitchFamily="34" charset="0"/>
                <a:ea typeface="맑은 고딕" panose="020B0503020000020004" pitchFamily="50" charset="-127"/>
              </a:defRPr>
            </a:lvl3pPr>
            <a:lvl4pPr marL="1260000" latinLnBrk="0">
              <a:lnSpc>
                <a:spcPct val="110000"/>
              </a:lnSpc>
              <a:defRPr sz="1400" baseline="0">
                <a:latin typeface="Arial" panose="020B0604020202020204" pitchFamily="34" charset="0"/>
                <a:ea typeface="맑은 고딕" panose="020B0503020000020004" pitchFamily="50" charset="-127"/>
              </a:defRPr>
            </a:lvl4pPr>
            <a:lvl5pPr marL="1620000" latinLnBrk="0">
              <a:lnSpc>
                <a:spcPct val="110000"/>
              </a:lnSpc>
              <a:defRPr sz="1400" baseline="0">
                <a:latin typeface="Arial" panose="020B060402020202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93560E7-E448-4D7D-AA7D-0047A409D9B6}"/>
              </a:ext>
            </a:extLst>
          </p:cNvPr>
          <p:cNvCxnSpPr>
            <a:cxnSpLocks/>
          </p:cNvCxnSpPr>
          <p:nvPr userDrawn="1"/>
        </p:nvCxnSpPr>
        <p:spPr>
          <a:xfrm>
            <a:off x="615396" y="961669"/>
            <a:ext cx="7886700" cy="0"/>
          </a:xfrm>
          <a:prstGeom prst="line">
            <a:avLst/>
          </a:prstGeom>
          <a:ln w="38100">
            <a:solidFill>
              <a:srgbClr val="009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265567E-0BF6-420B-A6BC-77C89441840B}"/>
              </a:ext>
            </a:extLst>
          </p:cNvPr>
          <p:cNvSpPr/>
          <p:nvPr userDrawn="1"/>
        </p:nvSpPr>
        <p:spPr>
          <a:xfrm>
            <a:off x="6009737" y="895571"/>
            <a:ext cx="2967446" cy="16260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396" y="542776"/>
            <a:ext cx="7886700" cy="409032"/>
          </a:xfrm>
          <a:solidFill>
            <a:schemeClr val="bg1"/>
          </a:solidFill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4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실내, 벽, 기기, 하얀색이(가) 표시된 사진&#10;&#10;자동 생성된 설명">
            <a:extLst>
              <a:ext uri="{FF2B5EF4-FFF2-40B4-BE49-F238E27FC236}">
                <a16:creationId xmlns:a16="http://schemas.microsoft.com/office/drawing/2014/main" id="{BC28A4F9-706D-41BB-890B-F3F07E4AA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456"/>
            <a:ext cx="9144000" cy="3629025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3087193"/>
          </a:xfrm>
        </p:spPr>
        <p:txBody>
          <a:bodyPr anchor="b">
            <a:normAutofit/>
          </a:bodyPr>
          <a:lstStyle>
            <a:lvl1pPr algn="l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238" y="4796932"/>
            <a:ext cx="7865129" cy="129271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83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6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00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6" descr="Cloud computing Microsoft Azure Amazon Web Services Platform as a service  On-premises software - Cloud Service Cliparts png download - 4961*2624 -  Free Transparent Cloud Computing png Download. - Clip Art Library">
            <a:extLst>
              <a:ext uri="{FF2B5EF4-FFF2-40B4-BE49-F238E27FC236}">
                <a16:creationId xmlns:a16="http://schemas.microsoft.com/office/drawing/2014/main" id="{54440FB0-456E-477D-A753-28DA38560F5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082"/>
          <a:stretch/>
        </p:blipFill>
        <p:spPr bwMode="auto">
          <a:xfrm>
            <a:off x="301164" y="14104"/>
            <a:ext cx="2131444" cy="967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E5B73A6-64DF-41F5-A503-98D59E199D5C}"/>
              </a:ext>
            </a:extLst>
          </p:cNvPr>
          <p:cNvCxnSpPr>
            <a:cxnSpLocks/>
          </p:cNvCxnSpPr>
          <p:nvPr userDrawn="1"/>
        </p:nvCxnSpPr>
        <p:spPr>
          <a:xfrm>
            <a:off x="615396" y="961669"/>
            <a:ext cx="7886700" cy="0"/>
          </a:xfrm>
          <a:prstGeom prst="line">
            <a:avLst/>
          </a:prstGeom>
          <a:ln w="38100">
            <a:solidFill>
              <a:srgbClr val="009A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42ECE4-9124-499D-BC0D-DF438FD58B0D}"/>
              </a:ext>
            </a:extLst>
          </p:cNvPr>
          <p:cNvSpPr/>
          <p:nvPr userDrawn="1"/>
        </p:nvSpPr>
        <p:spPr>
          <a:xfrm>
            <a:off x="6009737" y="895571"/>
            <a:ext cx="2967446" cy="16260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82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51A4D6-0417-465F-AD4D-23B0362D0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6" y="542776"/>
            <a:ext cx="7886700" cy="409032"/>
          </a:xfrm>
          <a:solidFill>
            <a:schemeClr val="bg1"/>
          </a:solidFill>
        </p:spPr>
        <p:txBody>
          <a:bodyPr anchor="t">
            <a:noAutofit/>
          </a:bodyPr>
          <a:lstStyle>
            <a:lvl1pPr>
              <a:defRPr sz="28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14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969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48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970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33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F1BA3C2-F96D-49F6-9373-3FEDD88D05F4}" type="datetimeFigureOut">
              <a:rPr lang="ko-KR" altLang="en-US" smtClean="0"/>
              <a:t>2024-05-17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F20137C-41F9-4C29-90FA-BF0862D228F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13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7460803" y="7723"/>
            <a:ext cx="1671547" cy="2225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chemeClr val="accent3">
                    <a:lumMod val="75000"/>
                  </a:schemeClr>
                </a:solidFill>
              </a:rPr>
              <a:t>Software Platforms Lab.</a:t>
            </a:r>
            <a:endParaRPr lang="ko-KR" altLang="en-US" sz="12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8608172" y="6635500"/>
            <a:ext cx="535827" cy="22555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F20137C-41F9-4C29-90FA-BF0862D228FF}" type="slidenum">
              <a:rPr lang="ko-KR" altLang="en-US" sz="1200" smtClean="0">
                <a:solidFill>
                  <a:schemeClr val="accent3">
                    <a:lumMod val="75000"/>
                  </a:schemeClr>
                </a:solidFill>
              </a:rPr>
              <a:pPr algn="r"/>
              <a:t>‹#›</a:t>
            </a:fld>
            <a:endParaRPr lang="ko-KR" altLang="en-US" sz="12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7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71E1302-8EE6-4688-8678-AA576C5D7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1348" y="2920848"/>
            <a:ext cx="5684968" cy="564947"/>
          </a:xfrm>
        </p:spPr>
        <p:txBody>
          <a:bodyPr>
            <a:noAutofit/>
          </a:bodyPr>
          <a:lstStyle/>
          <a:p>
            <a:pPr algn="l"/>
            <a:r>
              <a:rPr lang="en-US" altLang="zh-CN" sz="2800" b="0" i="0" dirty="0">
                <a:effectLst/>
                <a:latin typeface="PingFang SC"/>
              </a:rPr>
              <a:t>VAE: Auto-encoding Variational Bayes</a:t>
            </a:r>
          </a:p>
        </p:txBody>
      </p:sp>
    </p:spTree>
    <p:extLst>
      <p:ext uri="{BB962C8B-B14F-4D97-AF65-F5344CB8AC3E}">
        <p14:creationId xmlns:p14="http://schemas.microsoft.com/office/powerpoint/2010/main" val="114091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Reparameterization Trick</a:t>
            </a:r>
            <a:endParaRPr lang="en-US" altLang="ko-KR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C8AB951-708C-CF8A-61B3-49AFABECD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39" y="1463653"/>
            <a:ext cx="8778721" cy="447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29241"/>
      </p:ext>
    </p:extLst>
  </p:cSld>
  <p:clrMapOvr>
    <a:masterClrMapping/>
  </p:clrMapOvr>
  <p:transition spd="med" advTm="75472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 descr="Large confetti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Another SGVB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07A705-04D1-600D-AC68-F3E359C4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6" y="1685654"/>
            <a:ext cx="8059110" cy="407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36456"/>
      </p:ext>
    </p:extLst>
  </p:cSld>
  <p:clrMapOvr>
    <a:masterClrMapping/>
  </p:clrMapOvr>
  <p:transition spd="med" advTm="519845"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1486</TotalTime>
  <Words>10</Words>
  <Application>Microsoft Office PowerPoint</Application>
  <PresentationFormat>全屏显示(4:3)</PresentationFormat>
  <Paragraphs>4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맑은 고딕</vt:lpstr>
      <vt:lpstr>PingFang SC</vt:lpstr>
      <vt:lpstr>Arial</vt:lpstr>
      <vt:lpstr>Calibri</vt:lpstr>
      <vt:lpstr>Calibri Light</vt:lpstr>
      <vt:lpstr>Office 테마</vt:lpstr>
      <vt:lpstr>VAE: Auto-encoding Variational Bayes</vt:lpstr>
      <vt:lpstr>Reparameterization Trick</vt:lpstr>
      <vt:lpstr>Another SGVB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미래자동차와 클라우드 컴퓨팅</dc:title>
  <dc:creator>SongChiwon</dc:creator>
  <cp:lastModifiedBy>WYX</cp:lastModifiedBy>
  <cp:revision>80</cp:revision>
  <dcterms:created xsi:type="dcterms:W3CDTF">2021-04-19T04:10:26Z</dcterms:created>
  <dcterms:modified xsi:type="dcterms:W3CDTF">2024-05-17T09:56:38Z</dcterms:modified>
</cp:coreProperties>
</file>